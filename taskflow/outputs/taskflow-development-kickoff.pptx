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8f90edc14a412b" /><Relationship Type="http://schemas.openxmlformats.org/officeDocument/2006/relationships/extended-properties" Target="/docProps/app.xml" Id="Rf35a08f97ccd4e14" /><Relationship Type="http://schemas.openxmlformats.org/officeDocument/2006/relationships/officeDocument" Target="/ppt/presentation.xml" Id="Rf7ebe57e5617434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942e41b715340f6"/>
  </p:sldMasterIdLst>
  <p:notesMasterIdLst>
    <p:notesMasterId xmlns:r="http://schemas.openxmlformats.org/officeDocument/2006/relationships" r:id="R220aee5666ac4428"/>
  </p:notesMasterIdLst>
  <p:sldIdLst>
    <p:sldId xmlns:r="http://schemas.openxmlformats.org/officeDocument/2006/relationships" id="256" r:id="Rfe111e67d9b941fa"/>
    <p:sldId xmlns:r="http://schemas.openxmlformats.org/officeDocument/2006/relationships" id="257" r:id="Rbc92cd9edf444d0e"/>
    <p:sldId xmlns:r="http://schemas.openxmlformats.org/officeDocument/2006/relationships" id="258" r:id="R6b8febc8a50c4663"/>
    <p:sldId xmlns:r="http://schemas.openxmlformats.org/officeDocument/2006/relationships" id="259" r:id="Rba37050de61a43c4"/>
    <p:sldId xmlns:r="http://schemas.openxmlformats.org/officeDocument/2006/relationships" id="260" r:id="R9b41532895514887"/>
    <p:sldId xmlns:r="http://schemas.openxmlformats.org/officeDocument/2006/relationships" id="261" r:id="Ra1fbcd6f1deb46f4"/>
    <p:sldId xmlns:r="http://schemas.openxmlformats.org/officeDocument/2006/relationships" id="262" r:id="Re7dbddd2d7384374"/>
    <p:sldId xmlns:r="http://schemas.openxmlformats.org/officeDocument/2006/relationships" id="263" r:id="R7d64cfb39a9843d3"/>
    <p:sldId xmlns:r="http://schemas.openxmlformats.org/officeDocument/2006/relationships" id="264" r:id="R35e5ea625e4e476f"/>
    <p:sldId xmlns:r="http://schemas.openxmlformats.org/officeDocument/2006/relationships" id="265" r:id="Rc76beb22339448a0"/>
    <p:sldId xmlns:r="http://schemas.openxmlformats.org/officeDocument/2006/relationships" id="266" r:id="R621f11f72f804f4d"/>
  </p:sldIdLst>
  <p:sldSz cx="12192000" cy="6858000"/>
  <p:notesSz cx="6858000" cy="9144000"/>
  <p:embeddedFontLst>
    <p:embeddedFont>
      <p:font typeface="Inter"/>
      <p:regular xmlns:r="http://schemas.openxmlformats.org/officeDocument/2006/relationships" r:id="R64d15f14c9434a2e"/>
      <p:bold xmlns:r="http://schemas.openxmlformats.org/officeDocument/2006/relationships" r:id="R9b7056c6361e472c"/>
    </p:embeddedFont>
    <p:embeddedFont>
      <p:font typeface="Inter Medium"/>
      <p:regular xmlns:r="http://schemas.openxmlformats.org/officeDocument/2006/relationships" r:id="R21c12b06d9b2464b"/>
    </p:embeddedFont>
    <p:embeddedFont>
      <p:font typeface="Inter SemiBold"/>
      <p:regular xmlns:r="http://schemas.openxmlformats.org/officeDocument/2006/relationships" r:id="Ra7e2ab36bfde40d5"/>
      <p:bold xmlns:r="http://schemas.openxmlformats.org/officeDocument/2006/relationships" r:id="R4b74565d9b83446c"/>
    </p:embeddedFont>
    <p:embeddedFont>
      <p:font typeface="OpenAI Sans"/>
      <p:regular xmlns:r="http://schemas.openxmlformats.org/officeDocument/2006/relationships" r:id="R023fecfb4fa54931"/>
      <p:bold xmlns:r="http://schemas.openxmlformats.org/officeDocument/2006/relationships" r:id="Re82857c07f4044bf"/>
      <p:italic xmlns:r="http://schemas.openxmlformats.org/officeDocument/2006/relationships" r:id="R2b52c08e787d4651"/>
      <p:boldItalic xmlns:r="http://schemas.openxmlformats.org/officeDocument/2006/relationships" r:id="Rc6c1f8f2bf044d7e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b2da68a7a84549" /><Relationship Type="http://schemas.openxmlformats.org/officeDocument/2006/relationships/slideMaster" Target="/ppt/slideMasters/slideMaster1.xml" Id="R1942e41b715340f6" /><Relationship Type="http://schemas.openxmlformats.org/officeDocument/2006/relationships/notesMaster" Target="/ppt/notesMasters/notesMaster1.xml" Id="R220aee5666ac4428" /><Relationship Type="http://schemas.openxmlformats.org/officeDocument/2006/relationships/presProps" Target="/ppt/presProps.xml" Id="R0c9c5b42ad7a47db" /><Relationship Type="http://schemas.openxmlformats.org/officeDocument/2006/relationships/tableStyles" Target="/ppt/tableStyles.xml" Id="R0e00d771995f438a" /><Relationship Type="http://schemas.openxmlformats.org/officeDocument/2006/relationships/font" Target="/ppt/fonts/font.dat" Id="R64d15f14c9434a2e" /><Relationship Type="http://schemas.openxmlformats.org/officeDocument/2006/relationships/font" Target="/ppt/fonts/font2.dat" Id="R9b7056c6361e472c" /><Relationship Type="http://schemas.openxmlformats.org/officeDocument/2006/relationships/font" Target="/ppt/fonts/font3.dat" Id="R21c12b06d9b2464b" /><Relationship Type="http://schemas.openxmlformats.org/officeDocument/2006/relationships/font" Target="/ppt/fonts/font4.dat" Id="Ra7e2ab36bfde40d5" /><Relationship Type="http://schemas.openxmlformats.org/officeDocument/2006/relationships/font" Target="/ppt/fonts/font5.dat" Id="R4b74565d9b83446c" /><Relationship Type="http://schemas.openxmlformats.org/officeDocument/2006/relationships/font" Target="/ppt/fonts/font6.dat" Id="R023fecfb4fa54931" /><Relationship Type="http://schemas.openxmlformats.org/officeDocument/2006/relationships/font" Target="/ppt/fonts/font7.dat" Id="Re82857c07f4044bf" /><Relationship Type="http://schemas.openxmlformats.org/officeDocument/2006/relationships/font" Target="/ppt/fonts/font8.dat" Id="R2b52c08e787d4651" /><Relationship Type="http://schemas.openxmlformats.org/officeDocument/2006/relationships/font" Target="/ppt/fonts/font9.dat" Id="Rc6c1f8f2bf044d7e" /><Relationship Type="http://schemas.openxmlformats.org/officeDocument/2006/relationships/slide" Target="/ppt/slides/slide1.xml" Id="Rfe111e67d9b941fa" /><Relationship Type="http://schemas.openxmlformats.org/officeDocument/2006/relationships/slide" Target="/ppt/slides/slide2.xml" Id="Rbc92cd9edf444d0e" /><Relationship Type="http://schemas.openxmlformats.org/officeDocument/2006/relationships/slide" Target="/ppt/slides/slide3.xml" Id="R6b8febc8a50c4663" /><Relationship Type="http://schemas.openxmlformats.org/officeDocument/2006/relationships/slide" Target="/ppt/slides/slide4.xml" Id="Rba37050de61a43c4" /><Relationship Type="http://schemas.openxmlformats.org/officeDocument/2006/relationships/slide" Target="/ppt/slides/slide5.xml" Id="R9b41532895514887" /><Relationship Type="http://schemas.openxmlformats.org/officeDocument/2006/relationships/slide" Target="/ppt/slides/slide6.xml" Id="Ra1fbcd6f1deb46f4" /><Relationship Type="http://schemas.openxmlformats.org/officeDocument/2006/relationships/slide" Target="/ppt/slides/slide7.xml" Id="Re7dbddd2d7384374" /><Relationship Type="http://schemas.openxmlformats.org/officeDocument/2006/relationships/slide" Target="/ppt/slides/slide8.xml" Id="R7d64cfb39a9843d3" /><Relationship Type="http://schemas.openxmlformats.org/officeDocument/2006/relationships/slide" Target="/ppt/slides/slide9.xml" Id="R35e5ea625e4e476f" /><Relationship Type="http://schemas.openxmlformats.org/officeDocument/2006/relationships/slide" Target="/ppt/slides/slide10.xml" Id="Rc76beb22339448a0" /><Relationship Type="http://schemas.openxmlformats.org/officeDocument/2006/relationships/slide" Target="/ppt/slides/slide11.xml" Id="R621f11f72f804f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0a79a9400841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0bbc1948a54ffe" /><Relationship Type="http://schemas.openxmlformats.org/officeDocument/2006/relationships/notesMaster" Target="/ppt/notesMasters/notesMaster1.xml" Id="R27b29d6896524c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dfaaa07dcf42a4" /><Relationship Type="http://schemas.openxmlformats.org/officeDocument/2006/relationships/notesMaster" Target="/ppt/notesMasters/notesMaster1.xml" Id="Ra63fab54309e48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514f24ea0443d2" /><Relationship Type="http://schemas.openxmlformats.org/officeDocument/2006/relationships/notesMaster" Target="/ppt/notesMasters/notesMaster1.xml" Id="R1737f784ed2747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774800dc0d49e2" /><Relationship Type="http://schemas.openxmlformats.org/officeDocument/2006/relationships/notesMaster" Target="/ppt/notesMasters/notesMaster1.xml" Id="R75172dc01c194e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ed00ae3f4c4bcc" /><Relationship Type="http://schemas.openxmlformats.org/officeDocument/2006/relationships/notesMaster" Target="/ppt/notesMasters/notesMaster1.xml" Id="R92658a8a768549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be018917d747e3" /><Relationship Type="http://schemas.openxmlformats.org/officeDocument/2006/relationships/notesMaster" Target="/ppt/notesMasters/notesMaster1.xml" Id="R05f9fa6bb9a74f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4adf327ae14e41" /><Relationship Type="http://schemas.openxmlformats.org/officeDocument/2006/relationships/notesMaster" Target="/ppt/notesMasters/notesMaster1.xml" Id="R94b2c2b14cc644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bc4df2269c49a1" /><Relationship Type="http://schemas.openxmlformats.org/officeDocument/2006/relationships/notesMaster" Target="/ppt/notesMasters/notesMaster1.xml" Id="R11a9bff592284f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81b2959d9d4e36" /><Relationship Type="http://schemas.openxmlformats.org/officeDocument/2006/relationships/notesMaster" Target="/ppt/notesMasters/notesMaster1.xml" Id="R13d0a8c85f3945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41edbff5614275" /><Relationship Type="http://schemas.openxmlformats.org/officeDocument/2006/relationships/notesMaster" Target="/ppt/notesMasters/notesMaster1.xml" Id="R5603016ec82545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977de16db44ade" /><Relationship Type="http://schemas.openxmlformats.org/officeDocument/2006/relationships/notesMaster" Target="/ppt/notesMasters/notesMaster1.xml" Id="R4c6890c5bfa940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a3cb2056641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d9ac02b9b41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a85f53db34d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3f8b7edf448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9655868d745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701488eea4d5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e241be6cf410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3e991de9a45a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090616e6f440cf" /><Relationship Type="http://schemas.openxmlformats.org/officeDocument/2006/relationships/slideLayout" Target="/ppt/slideLayouts/slideLayout1.xml" Id="R968e4076944f416b" /><Relationship Type="http://schemas.openxmlformats.org/officeDocument/2006/relationships/slideLayout" Target="/ppt/slideLayouts/slideLayout2.xml" Id="R9699943cf4084a57" /><Relationship Type="http://schemas.openxmlformats.org/officeDocument/2006/relationships/slideLayout" Target="/ppt/slideLayouts/slideLayout3.xml" Id="R038c8b22d2d2485d" /><Relationship Type="http://schemas.openxmlformats.org/officeDocument/2006/relationships/slideLayout" Target="/ppt/slideLayouts/slideLayout4.xml" Id="R9cce9ed6b74e477d" /><Relationship Type="http://schemas.openxmlformats.org/officeDocument/2006/relationships/slideLayout" Target="/ppt/slideLayouts/slideLayout5.xml" Id="R5df58e344a2b4901" /><Relationship Type="http://schemas.openxmlformats.org/officeDocument/2006/relationships/slideLayout" Target="/ppt/slideLayouts/slideLayout6.xml" Id="R7f74032e7eaf4570" /><Relationship Type="http://schemas.openxmlformats.org/officeDocument/2006/relationships/slideLayout" Target="/ppt/slideLayouts/slideLayout7.xml" Id="R8c2cf8c526664b16" /><Relationship Type="http://schemas.openxmlformats.org/officeDocument/2006/relationships/slideLayout" Target="/ppt/slideLayouts/slideLayout8.xml" Id="R16079098684f4a5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8e4076944f416b"/>
    <p:sldLayoutId xmlns:r="http://schemas.openxmlformats.org/officeDocument/2006/relationships" id="2147483650" r:id="R9699943cf4084a57"/>
    <p:sldLayoutId xmlns:r="http://schemas.openxmlformats.org/officeDocument/2006/relationships" id="2147483651" r:id="R038c8b22d2d2485d"/>
    <p:sldLayoutId xmlns:r="http://schemas.openxmlformats.org/officeDocument/2006/relationships" id="2147483652" r:id="R9cce9ed6b74e477d"/>
    <p:sldLayoutId xmlns:r="http://schemas.openxmlformats.org/officeDocument/2006/relationships" id="2147483653" r:id="R5df58e344a2b4901"/>
    <p:sldLayoutId xmlns:r="http://schemas.openxmlformats.org/officeDocument/2006/relationships" id="2147483654" r:id="R7f74032e7eaf4570"/>
    <p:sldLayoutId xmlns:r="http://schemas.openxmlformats.org/officeDocument/2006/relationships" id="2147483655" r:id="R8c2cf8c526664b16"/>
    <p:sldLayoutId xmlns:r="http://schemas.openxmlformats.org/officeDocument/2006/relationships" id="2147483656" r:id="R16079098684f4a56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 b="0" i="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80f5cbab74bed" /><Relationship Type="http://schemas.openxmlformats.org/officeDocument/2006/relationships/notesSlide" Target="/ppt/notesSlides/notesSlide1.xml" Id="R66b90aa58b3646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308ea59f7450a" /><Relationship Type="http://schemas.openxmlformats.org/officeDocument/2006/relationships/notesSlide" Target="/ppt/notesSlides/notesSlide2.xml" Id="R82e659bd47ab48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5d03fa49f4a13" /><Relationship Type="http://schemas.openxmlformats.org/officeDocument/2006/relationships/notesSlide" Target="/ppt/notesSlides/notesSlide3.xml" Id="Rb6551882700443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03c448ff242e3" /><Relationship Type="http://schemas.openxmlformats.org/officeDocument/2006/relationships/notesSlide" Target="/ppt/notesSlides/notesSlide4.xml" Id="Rfd81311f210c43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887ce04074376" /><Relationship Type="http://schemas.openxmlformats.org/officeDocument/2006/relationships/notesSlide" Target="/ppt/notesSlides/notesSlide5.xml" Id="R8f0792b7e46245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b5b1f8289497c" /><Relationship Type="http://schemas.openxmlformats.org/officeDocument/2006/relationships/notesSlide" Target="/ppt/notesSlides/notesSlide6.xml" Id="R928d46f6895d40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b1fee3e4f46e7" /><Relationship Type="http://schemas.openxmlformats.org/officeDocument/2006/relationships/notesSlide" Target="/ppt/notesSlides/notesSlide7.xml" Id="R7cadd09f61be4c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ea5d712ed04463" /><Relationship Type="http://schemas.openxmlformats.org/officeDocument/2006/relationships/notesSlide" Target="/ppt/notesSlides/notesSlide8.xml" Id="R0160998129a84b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88a9fe3a54bb2" /><Relationship Type="http://schemas.openxmlformats.org/officeDocument/2006/relationships/notesSlide" Target="/ppt/notesSlides/notesSlide9.xml" Id="Rc274ad6c8c7041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17e5777c04ef8" /><Relationship Type="http://schemas.openxmlformats.org/officeDocument/2006/relationships/notesSlide" Target="/ppt/notesSlides/notesSlide10.xml" Id="Rcec1fd32d9f647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b66668f9a49c8" /><Relationship Type="http://schemas.openxmlformats.org/officeDocument/2006/relationships/notesSlide" Target="/ppt/notesSlides/notesSlide11.xml" Id="Rde385ba374db4a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TaskFlow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Development Kickoff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Build a mental model from React to PostgreSQL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TASKFLOW PROJECT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4229100" cy="5195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BCEF59"/>
                </a:solidFill>
              </a:rPr>
              <a:t>Today’s Focus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881809"/>
          <a:ext xmlns:a="http://schemas.openxmlformats.org/drawingml/2006/main" cx="11404600" cy="411258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39"/>
                <a:gridCol w="7222435"/>
                <a:gridCol w="3422926"/>
              </a:tblGrid>
              <a:tr h="68543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Architecture and learning goal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You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Current implementation baseline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Codebase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Scope and learning outcomes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You + Codex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Roles and working model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You + Codex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Milestones and risks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You + Codex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Immediate next action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00000"/>
                        </a:lnSpc>
                        <a:buNone/>
                      </a:pPr>
                      <a:r>
                        <a:rPr sz="2500" b="0" i="0" u="none" cap="none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You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user action crosses four layers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734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/>
              <a:t>Client pages own forms, loading, errors, and visible list state.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312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01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React UI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734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/>
              <a:t>api.ts builds JSON requests and unwraps { data } responses.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312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02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Typed API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9935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/>
              <a:t>Routes validate input and choose each Prisma query.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312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03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Express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757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/>
              <a:t>Prisma maps Project and Task records to PostgreSQL.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312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04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Data layer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TaskFlow runs as two processes: a Next.js client and an Express API. Prisma connects the API to PostgreSQL.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152" y="2134181"/>
            <a:ext cx="3568700" cy="370994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 project is the first vertical slice to master</a:t>
            </a:r>
          </a:p>
        </p:txBody>
      </p:sp>
      <p:cxnSp>
        <p:nvCxnSpPr>
          <p:cNvPr id="28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Browser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API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Database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Validate request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POST /api/projects checks the project name.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Submit form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Trim fields, then call createProject().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Persist + render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/>
              <a:t>Prisma create returns 201; React prepends the record.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UI is typed, but the data layer is not runnable yet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Client TypeScript check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Server compile blocker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React hooks lint error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0" b="0" i="0" u="none" cap="none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0" b="0" i="0" u="none" cap="none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0" b="0" i="0" u="none" cap="none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Current baseline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Client TypeScript passes. Client lint reports one Effect error. Server typecheck stops at the missing generated Prisma client.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Success means explaining the whole path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Trace the request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</a:rPr>
              <a:t>Follow UI event → fetch → route → Prisma → database → response.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Model the data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</a:rPr>
              <a:t>Read relations, constraints, migrations, and generated client types.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Manage React state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/>
              <a:t>Handle loading, errors, Effects, races, and mutation updates.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Ship safely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/>
              <a:t>Use validation, auth ownership, tests, and checks before delivery.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Build depth before adding breadth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Master one vertical slice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end to end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06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00" b="0" i="0" u="none" cap="none">
                <a:ln>
                  <a:noFill/>
                </a:ln>
              </a:rPr>
              <a:t>Begin with project creation. Explain each value, type boundary, query, response, and state update before expanding the feature.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4459" lnSpcReduction="2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/>
              <a:t>Now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/>
              <a:t>Prisma schema, connection, migration, generated client, and working Project and Task CRUD.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4459" lnSpcReduction="2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/>
              <a:t>Later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/>
              <a:t>Authentication, ownership, tests, deployment, and advanced Next.js patterns.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working model keeps every change understandable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You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Write and reason about each feature. Approve every source, schema, config, or dependency change.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Repository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Installed types, local docs, schema, source, and command output decide what is true.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Codex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Trace behavior, explain contracts, propose the smallest change, and verify it after approval.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BUILDER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COACH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9255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Build capability in five deliberate stages</a:t>
            </a:r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699" y="1245705"/>
          <a:ext xmlns:a="http://schemas.openxmlformats.org/drawingml/2006/main" cx="11404600" cy="47221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722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Foundation</a:t>
                      </a: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CRUD</a:t>
                      </a: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Reliability</a:t>
                      </a: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Auth</a:t>
                      </a: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Quality</a:t>
                      </a: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React lifecycle + race safety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Inter SemiBold"/>
                <a:ea typeface="Inter SemiBold"/>
                <a:cs typeface="Inter SemiBold"/>
              </a:rPr>
              <a:t>Tests + delivery checks</a:t>
            </a: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Authentication + ownership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Validation + error contracts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Project + task flows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Schema + migration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risks can block learning when symptoms are isolated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Missing foundation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No schema, generated client, or DATABASE_URL currently makes server execution impossible.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Type drift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Client casts describe expected JSON, but runtime responses are not validated against those types.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Async state races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Inter"/>
                <a:ea typeface="Inter"/>
                <a:cs typeface="Inter"/>
              </a:rPr>
              <a:t>Effects can finish out of order or update stale state without clear ownership and cleanup.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DATA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REACT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CONTRACT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Start with the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Data Foundation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Schema, migration, generated client, working project flow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NEXT ACTION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2026-08-20T09:45:41.4660000Z</dcterms:created>
  <dcterms:modified xsi:type="dcterms:W3CDTF">2026-08-20T09:45:41.4660000Z</dcterms:modified>
</coreProperties>
</file>